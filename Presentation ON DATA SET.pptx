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D54F3-0D6F-479D-9516-9161AB5B438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0AB86-2559-48F4-B947-AEBDF42949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C3C5-A40A-4E28-A990-A999D9B1ACE7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25B2B-5A5A-4955-BD91-2A90425C1BE5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0C0A7-0E03-4D4A-9DBC-0164EFC6B6A1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5C2AE-577F-4D66-82FE-D71F25944BEE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602FA-3578-4528-864F-E9EE28AA7745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1DCC4-7663-4062-A51F-29233831065D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9E0AF-4CE0-4BCF-93B3-FE947EB74B2A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F6C6-3A44-498D-B21A-F657A1950DE8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A218C-73BF-4783-A142-481C3508B1C0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AB31-C43B-4509-B8E8-D22A752002EE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1AD82-595E-4B6C-A2E0-44C995E16047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3B48C-EFB5-4736-BD80-FF4E95BE859F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BY GEETANGI CHAWLA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BB020-5763-40F0-A2C5-8B548716234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/>
          <p:cNvSpPr/>
          <p:nvPr/>
        </p:nvSpPr>
        <p:spPr>
          <a:xfrm>
            <a:off x="179512" y="2132856"/>
            <a:ext cx="8784976" cy="2160240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467544" y="2132856"/>
            <a:ext cx="7452494" cy="2088307"/>
          </a:xfrm>
          <a:ln>
            <a:solidFill>
              <a:schemeClr val="bg2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accent2">
                    <a:lumMod val="20000"/>
                    <a:lumOff val="80000"/>
                  </a:schemeClr>
                </a:solidFill>
                <a:latin typeface="Arial Narrow" pitchFamily="34" charset="0"/>
              </a:rPr>
              <a:t>INSIGHTS ON REAL TIME DATA OF YOU TUBE AND ITS CONTENT CREATORS</a:t>
            </a:r>
            <a:endParaRPr lang="en-US" dirty="0">
              <a:solidFill>
                <a:schemeClr val="accent2">
                  <a:lumMod val="20000"/>
                  <a:lumOff val="80000"/>
                </a:schemeClr>
              </a:solidFill>
              <a:latin typeface="Arial Narrow" pitchFamily="34" charset="0"/>
            </a:endParaRPr>
          </a:p>
        </p:txBody>
      </p:sp>
      <p:sp>
        <p:nvSpPr>
          <p:cNvPr id="3076" name="AutoShape 4" descr="Data Analysis Banner Stock Photos, Images and Background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8" name="AutoShape 6" descr="Data Analysis Banner Stock Photos, Images and Background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0" name="AutoShape 8" descr="Data Analysis Banner Stock Photos, Images and Background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BY GEETANGI CHAWLA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3528" y="764704"/>
            <a:ext cx="8568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Arial Black" pitchFamily="34" charset="0"/>
              </a:rPr>
              <a:t>A PRESENTATION ON </a:t>
            </a:r>
            <a:endParaRPr lang="en-US" sz="5400" b="1" dirty="0">
              <a:solidFill>
                <a:schemeClr val="accent2">
                  <a:lumMod val="60000"/>
                  <a:lumOff val="40000"/>
                </a:schemeClr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700808"/>
            <a:ext cx="8316416" cy="4597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" y="692696"/>
            <a:ext cx="8964488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 u="sng" dirty="0" smtClean="0"/>
              <a:t>THE COUNTRY WITH HIGHEST SUBSCRIBERS IS UNITED STATES AS IT IS SEEN IN THE CHART BELOW</a:t>
            </a:r>
            <a:endParaRPr lang="en-US" b="1" i="1" u="sn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844824"/>
            <a:ext cx="9036496" cy="4104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827584" y="908720"/>
            <a:ext cx="7010252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i="1" u="sng" dirty="0" smtClean="0">
                <a:solidFill>
                  <a:schemeClr val="accent4">
                    <a:lumMod val="75000"/>
                  </a:schemeClr>
                </a:solidFill>
              </a:rPr>
              <a:t>MUSIC IS THE CATEGORY WHICH ATTRACTS MOST OF THE SUBSCRIBERS</a:t>
            </a:r>
            <a:endParaRPr lang="en-US" b="1" i="1" u="sng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052736"/>
            <a:ext cx="8359626" cy="5573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115616" y="404664"/>
            <a:ext cx="651518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WHEREAS SHOWS IS THE CATEGORY WITH AVERAGE SUBSCRIBERS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68760"/>
            <a:ext cx="8856984" cy="5351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2411760" y="188640"/>
            <a:ext cx="364606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Trend of channel creation over time 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67744" y="692696"/>
            <a:ext cx="415594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4">
                    <a:lumMod val="75000"/>
                  </a:schemeClr>
                </a:solidFill>
              </a:rPr>
              <a:t>Most channels were created in year 2014 </a:t>
            </a:r>
            <a:endParaRPr lang="en-US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836712"/>
            <a:ext cx="4032448" cy="3368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23528" y="188640"/>
            <a:ext cx="834286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ENTERTAINMENT IS A CHANNEL TYPE WITH HIGHEST MONTHLY AND YEARLY EARNINGS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3833664"/>
            <a:ext cx="495582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340768"/>
            <a:ext cx="8782596" cy="536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59632" y="404664"/>
            <a:ext cx="700794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SUPERCAR BLONDIE HAS THE MAJOR BOOST IN THE SUBSCRIBERS </a:t>
            </a:r>
          </a:p>
          <a:p>
            <a:r>
              <a:rPr lang="en-US" dirty="0" smtClean="0"/>
              <a:t>AND THE VIDEO VIEWS IN THE LAST 30 DAYS OUT OF TOP 10 YOUTUBERS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052736"/>
            <a:ext cx="8496944" cy="5498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563888" y="404664"/>
            <a:ext cx="1577483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Trend Analysis 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68760"/>
            <a:ext cx="91440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NOTE : THESE ARE THE MAJOR ANALYSIS  TO DO FROM THE YOU TUBE ANALYSIS CSV DATASET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75656" y="2204864"/>
            <a:ext cx="6130717" cy="64633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TABLEAU IS USED TO CREATE THESE CHARTS TO VISUALIZE AND </a:t>
            </a:r>
          </a:p>
          <a:p>
            <a:r>
              <a:rPr lang="en-US" dirty="0" smtClean="0"/>
              <a:t>LOOK AT THE KEY INSIGHTS FROM THE DATASET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 GEETANGI CHAWLA</a:t>
            </a:r>
            <a:endParaRPr lang="en-US"/>
          </a:p>
        </p:txBody>
      </p:sp>
      <p:cxnSp>
        <p:nvCxnSpPr>
          <p:cNvPr id="7" name="Elbow Connector 6"/>
          <p:cNvCxnSpPr/>
          <p:nvPr/>
        </p:nvCxnSpPr>
        <p:spPr>
          <a:xfrm rot="16200000" flipH="1">
            <a:off x="-1589248" y="2821496"/>
            <a:ext cx="5157192" cy="26277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/>
          <p:cNvCxnSpPr/>
          <p:nvPr/>
        </p:nvCxnSpPr>
        <p:spPr>
          <a:xfrm rot="10800000" flipV="1">
            <a:off x="4788024" y="4077072"/>
            <a:ext cx="4355976" cy="338437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167</TotalTime>
  <Words>159</Words>
  <Application>Microsoft Office PowerPoint</Application>
  <PresentationFormat>On-screen Show (4:3)</PresentationFormat>
  <Paragraphs>23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INSIGHTS ON REAL TIME DATA OF YOU TUBE AND ITS CONTENT CREATORS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18</cp:revision>
  <dcterms:created xsi:type="dcterms:W3CDTF">2026-03-03T10:20:52Z</dcterms:created>
  <dcterms:modified xsi:type="dcterms:W3CDTF">2026-03-06T15:20:43Z</dcterms:modified>
</cp:coreProperties>
</file>